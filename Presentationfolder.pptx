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PayBridge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USDC Payments on Arc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Slow cross-border payments</a:t>
            </a:r>
            <a:br/>
            <a:r>
              <a:t>• High fees</a:t>
            </a:r>
            <a:br/>
            <a:r>
              <a:t>• Manual invoicing</a:t>
            </a:r>
            <a:br/>
            <a:r>
              <a:t>• Poor treasury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 agents automate USDC payments, invoicing, recurring payments, and treasury using Arc.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USDC Payments</a:t>
            </a:r>
            <a:br/>
            <a:r>
              <a:t>• AI Invoices</a:t>
            </a:r>
            <a:br/>
            <a:r>
              <a:t>• Recurring Payments</a:t>
            </a:r>
            <a:br/>
            <a:r>
              <a:t>• Expense Tracking</a:t>
            </a:r>
            <a:br/>
            <a:r>
              <a:t>• Treasury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User → Wallet → Arc → USDC → AI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Arc?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Stablecoin-native</a:t>
            </a:r>
            <a:br/>
            <a:r>
              <a:t>• Fast settlement</a:t>
            </a:r>
            <a:br/>
            <a:r>
              <a:t>• Low fees</a:t>
            </a:r>
            <a:br/>
            <a:r>
              <a:t>• Developer friendly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Freelancers, SMEs, startups, remote teams, global businesses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Subscriptions, transaction fees, enterprise plans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MVP → Beta → Mobile App → Business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Building the future of AI-powered stablecoin payments on Arc.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